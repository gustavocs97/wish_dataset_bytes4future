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4C69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5D5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E4C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8F3D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5D5B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Tops/T-shirts</c:v>
                  </c:pt>
                  <c:pt idx="1">
                    <c:v>Vestidos/Saias</c:v>
                  </c:pt>
                  <c:pt idx="2">
                    <c:v>Calças/Shorts</c:v>
                  </c:pt>
                  <c:pt idx="3">
                    <c:v>Acessórios</c:v>
                  </c:pt>
                  <c:pt idx="4">
                    <c:v>Fatos/Macacões</c:v>
                  </c:pt>
                  <c:pt idx="5">
                    <c:v>Praia/Banho</c:v>
                  </c:pt>
                  <c:pt idx="6">
                    <c:v>Art. Verão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679</c:v>
                </c:pt>
                <c:pt idx="1">
                  <c:v>591</c:v>
                </c:pt>
                <c:pt idx="2">
                  <c:v>228</c:v>
                </c:pt>
                <c:pt idx="3">
                  <c:v>35</c:v>
                </c:pt>
                <c:pt idx="4">
                  <c:v>20</c:v>
                </c:pt>
                <c:pt idx="5">
                  <c:v>6</c:v>
                </c:pt>
                <c:pt idx="6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Produtos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3C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&lt;5€</c:v>
                  </c:pt>
                  <c:pt idx="1">
                    <c:v>5-10€</c:v>
                  </c:pt>
                  <c:pt idx="2">
                    <c:v>10-15€</c:v>
                  </c:pt>
                  <c:pt idx="3">
                    <c:v>15-30€</c:v>
                  </c:pt>
                  <c:pt idx="4">
                    <c:v>&gt;30€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243</c:v>
                </c:pt>
                <c:pt idx="1">
                  <c:v>842</c:v>
                </c:pt>
                <c:pt idx="2">
                  <c:v>279</c:v>
                </c:pt>
                <c:pt idx="3">
                  <c:v>159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Produtos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 3.0 ⭐</c:v>
                  </c:pt>
                  <c:pt idx="1">
                    <c:v>3.0–3.5 ⭐</c:v>
                  </c:pt>
                  <c:pt idx="2">
                    <c:v>3.5–4.0 ⭐</c:v>
                  </c:pt>
                  <c:pt idx="3">
                    <c:v>4.0–4.5 ⭐</c:v>
                  </c:pt>
                  <c:pt idx="4">
                    <c:v>&gt; 4.5 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</c:v>
                </c:pt>
                <c:pt idx="1">
                  <c:v>258</c:v>
                </c:pt>
                <c:pt idx="2">
                  <c:v>612</c:v>
                </c:pt>
                <c:pt idx="3">
                  <c:v>521</c:v>
                </c:pt>
                <c:pt idx="4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E4C7"/>
                </a:solidFill>
              </a:rPr>
              <a:t>PROJETO FINAL — DATA ANALYST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Fashion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Pegada Ambiental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vendas de roupa de verão na plataforma Wish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pandemia — Agosto 2020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Fonte: Sales of Summer Clothes in E-commerce Wish | Kaggle   •   1.573 produtos   •   43 variáveis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Enquadramento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2020 — lojas físicas fechadas ou limitadas. O consumo migrou para o digital, impulsionando o e-commerce de forma sem precedentes.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e-commerce com foco em preços baixos. Os dados resultam de uma pesquisa pelo termo "summer" na plataforma europeia.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8076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Central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impacto ambiental deste modelo de fast fashion digital? A pandemia acelerou um problema já existente?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Os dados cobrem 1.573 produtos, com 99,5% sendo artigos de moda — todos vendidos em euros para consumidores europeus.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1.573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914400"/>
            <a:ext cx="192024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50592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45059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26864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de Moda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03136" y="914400"/>
            <a:ext cx="1920240" cy="13716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03136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03136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Recolha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Produto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88036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Colunas-chave para a análise ambiental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32120" y="294436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2898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 — volume de roupa vendida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3227832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indicador fast fashion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3511296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3465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origin_country — origem da produção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32120" y="3794760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countries_shipped_to — alcance global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532120" y="4078224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15000" y="4032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— qualidade percebida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32120" y="436168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uses_ad_boosts — impacto da publicidade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532120" y="4645152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15000" y="4599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inventory_total — sobreprodução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Fábrica ao Oceano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 dos produtos fabricados na China — enviados para toda a Europa durante a pandemia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417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 origem CN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73736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84832" y="1280160"/>
            <a:ext cx="1417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325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18745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~9.000 km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2542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Navio/avião de carga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02152" y="173736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03904" y="1280160"/>
            <a:ext cx="1417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325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18745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03904" y="2542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embalagem/produto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21224" y="173736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22976" y="1280160"/>
            <a:ext cx="1417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325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18745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Países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Média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2976" y="2542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140 destinos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0296" y="173736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42048" y="1280160"/>
            <a:ext cx="1417320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1325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18745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2542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8,33€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4023360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~221.000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 estimadas de CO₂ num único mês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20440"/>
            <a:ext cx="402336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6.825.255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475488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 só em agosto 2020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Cemitério de Roupa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baixo = produto descartável = lixo têxtil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Preços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50876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18872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188720"/>
            <a:ext cx="109728" cy="960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216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8,33€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0292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33172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331720"/>
            <a:ext cx="109728" cy="9601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359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02920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abaixo de 10€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347472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474720"/>
            <a:ext cx="109728" cy="960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502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~2.048 ton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0292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estimado de roupa vendida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050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Produtos abaixo de 10€ vendem em média 4.679 unidades vs 3.582 nos mais caros — confirma o modelo fast fashion: mais barato = mais consumo = mais lixo têxtil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Mal, Comprar Duas Vezes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mal avaliados continuam a vender — duplicando o impacto ambiental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Avaliações (rating)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508760"/>
          <a:ext cx="47548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188720"/>
            <a:ext cx="3474720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0" y="1234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30352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produtos com rating abaixo de 3.5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560320"/>
            <a:ext cx="3474720" cy="11887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680.000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30352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 de produtos mal avaliados (&gt;1k vendas)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F0F7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05079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 consumidor compra por impulso, fica insatisfeito, descarta e volta a comprar — cada ciclo gera mais emissões e mais lixo têxtil.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Badge Verde que Não Existe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Wish incentiva velocidade e preço — mas ignora completamente a sustentabilidade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que EXISTEM na plataforma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840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Shipping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produtos (1,3%) — Enviado rapidamente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840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715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produtos (7,4%) — Boas avaliações consistentes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384048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3630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Product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931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produtos (1,8%) — Produto local (todos CN!)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que NÃO EXISTE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4023360" cy="2651760"/>
          </a:xfrm>
          <a:prstGeom prst="rect">
            <a:avLst/>
          </a:prstGeom>
          <a:solidFill>
            <a:srgbClr val="1E1E1E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28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Badge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971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sustentável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pegada de carbono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reciclados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INEXISTENTE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360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tem sistema de incentivos mas nenhum promove comportamento ambiental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" cy="5486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960120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9875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96,4% dos produtos fabricados na China e enviados individualmente para 40 países em média — pegada de carbono estimada em ~221.000 toneladas de CO₂ num único mês.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502920" cy="5486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64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764792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7922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de 8,33€ e 69% dos produtos abaixo de 10€ confirmam o modelo fast fashion — barato, descartável e em grandes volumes (6,8M unidades).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502920" cy="5486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94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2569464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25968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dos produtos com rating abaixo de 3.5 continuam a vender bem — o consumidor compra, descarta e compra de novo, duplicando o impacto ambiental.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502920" cy="5486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741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374136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401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pandemia acelerou o e-commerce enquanto as emissões globais baixavam — paradoxo: as encomendas individuais da China para a Europa explodiram.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78808"/>
            <a:ext cx="502920" cy="5486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788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4178808"/>
            <a:ext cx="7772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206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não tem nenhum badge ou incentivo ambiental — oportunidade de diferenciação ignorada.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plataforma Wish poderia implementar para reduzir o impacto ambiental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508760"/>
          </a:xfrm>
          <a:prstGeom prst="rect">
            <a:avLst/>
          </a:prstGeom>
          <a:solidFill>
            <a:srgbClr val="F0F7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91440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Eco Badge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badge de sustentabilidade para produtos com menor pegada de carbono — materiais reciclados, produção local ou emissões reduzidas.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508760"/>
          </a:xfrm>
          <a:prstGeom prst="rect">
            <a:avLst/>
          </a:prstGeom>
          <a:solidFill>
            <a:srgbClr val="F0F7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91440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371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Envios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Incentivar envios agrupados em vez de individuais. Reduz embalagens e emissões por encomenda sem impactar o preço para o consumidor.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23360" cy="1508760"/>
          </a:xfrm>
          <a:prstGeom prst="rect">
            <a:avLst/>
          </a:prstGeom>
          <a:solidFill>
            <a:srgbClr val="F0F7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91440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Penalizar Baixa Qualidade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com rating consistentemente baixo devem ter menor visibilidade — menos vendas de roupa descartável = menos lixo têxtil.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23360" cy="1508760"/>
          </a:xfrm>
          <a:prstGeom prst="rect">
            <a:avLst/>
          </a:prstGeom>
          <a:solidFill>
            <a:srgbClr val="F0F7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91440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44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de Custos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74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ao consumidor o custo ambiental real do envio — como uma taxa de carbono visível no checkout para consciencializar a decisão de compra.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81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potencial: Wish Platform, ONGs ambientais, reguladores europeus de e-commerce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agosto de 2020,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mundo parava...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...6,8 milhões de peças de roupa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travessavam o planeta.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fashion + pandemia + falta de regulação ambiental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uma crise silenciosa com 2.048 toneladas de roupa descartável.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4343400"/>
            <a:ext cx="4572000" cy="5029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4361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Obrigado/a — Questões?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Fashion &amp; Pegada Ambiental — Wish 2020</dc:title>
  <dc:subject>PptxGenJS Presentation</dc:subject>
  <dc:creator>PptxGenJS</dc:creator>
  <cp:lastModifiedBy>PptxGenJS</cp:lastModifiedBy>
  <cp:revision>1</cp:revision>
  <dcterms:created xsi:type="dcterms:W3CDTF">2026-05-17T17:06:57Z</dcterms:created>
  <dcterms:modified xsi:type="dcterms:W3CDTF">2026-05-17T17:06:57Z</dcterms:modified>
</cp:coreProperties>
</file>